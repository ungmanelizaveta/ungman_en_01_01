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C2B15-50D9-1224-BD76-6017F5D1F1BA}" v="336" dt="2025-12-01T11:13:29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6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05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3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97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6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37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55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83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77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8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1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335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1148B8-58D0-4E9A-A32C-B3B181A3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9090" y="1247140"/>
            <a:ext cx="6458614" cy="3450844"/>
          </a:xfrm>
        </p:spPr>
        <p:txBody>
          <a:bodyPr>
            <a:normAutofit/>
          </a:bodyPr>
          <a:lstStyle/>
          <a:p>
            <a:r>
              <a:rPr lang="ru-RU" dirty="0"/>
              <a:t>Мобильное приложение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79090" y="4818126"/>
            <a:ext cx="6461662" cy="1268984"/>
          </a:xfrm>
        </p:spPr>
        <p:txBody>
          <a:bodyPr>
            <a:normAutofit/>
          </a:bodyPr>
          <a:lstStyle/>
          <a:p>
            <a:r>
              <a:rPr lang="ru-RU" dirty="0"/>
              <a:t>Конвертер единиц информации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8154F5-2E4B-4EB4-9BE5-A38ED1238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675" y="1375495"/>
            <a:ext cx="4067325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17F6F-016A-42CB-9074-E8CBC6CC7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44867" y="1"/>
            <a:ext cx="2747133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Операционная систе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F158CA-9A67-EBC5-B59D-A82F94DF5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693" y="157163"/>
            <a:ext cx="3943350" cy="65436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0C7FFF-93B4-2334-2825-07DFAA2025E8}"/>
              </a:ext>
            </a:extLst>
          </p:cNvPr>
          <p:cNvSpPr txBox="1"/>
          <p:nvPr/>
        </p:nvSpPr>
        <p:spPr>
          <a:xfrm>
            <a:off x="1744782" y="1052885"/>
            <a:ext cx="393298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Первый экран </a:t>
            </a:r>
            <a:r>
              <a:rPr lang="ru-RU" dirty="0" err="1"/>
              <a:t>вохода</a:t>
            </a:r>
            <a:r>
              <a:rPr lang="ru-RU" dirty="0"/>
              <a:t> приложения. Нажав на кнопку "Начать" происходит переход на следующий экран.</a:t>
            </a:r>
          </a:p>
        </p:txBody>
      </p:sp>
    </p:spTree>
    <p:extLst>
      <p:ext uri="{BB962C8B-B14F-4D97-AF65-F5344CB8AC3E}">
        <p14:creationId xmlns:p14="http://schemas.microsoft.com/office/powerpoint/2010/main" val="3670028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E1FA15-FD22-BAF4-07EA-0C6FC5250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934" y="448427"/>
            <a:ext cx="3228975" cy="5419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5FACDB-518B-2152-9DB9-F8367CF84299}"/>
              </a:ext>
            </a:extLst>
          </p:cNvPr>
          <p:cNvSpPr txBox="1"/>
          <p:nvPr/>
        </p:nvSpPr>
        <p:spPr>
          <a:xfrm>
            <a:off x="1970400" y="1067927"/>
            <a:ext cx="396641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Второй экран приложения, </a:t>
            </a:r>
            <a:r>
              <a:rPr lang="ru-RU" dirty="0" err="1"/>
              <a:t>оновной</a:t>
            </a:r>
            <a:r>
              <a:rPr lang="ru-RU" dirty="0"/>
              <a:t> функционал приложения. Расчет и преобразование одной единицы в другую</a:t>
            </a:r>
          </a:p>
        </p:txBody>
      </p:sp>
    </p:spTree>
    <p:extLst>
      <p:ext uri="{BB962C8B-B14F-4D97-AF65-F5344CB8AC3E}">
        <p14:creationId xmlns:p14="http://schemas.microsoft.com/office/powerpoint/2010/main" val="2151456961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Interweave-R1">
      <a:dk1>
        <a:srgbClr val="000000"/>
      </a:dk1>
      <a:lt1>
        <a:srgbClr val="FFFFFF"/>
      </a:lt1>
      <a:dk2>
        <a:srgbClr val="292C2D"/>
      </a:dk2>
      <a:lt2>
        <a:srgbClr val="DDDEDD"/>
      </a:lt2>
      <a:accent1>
        <a:srgbClr val="0BA5E8"/>
      </a:accent1>
      <a:accent2>
        <a:srgbClr val="5066E1"/>
      </a:accent2>
      <a:accent3>
        <a:srgbClr val="894EC0"/>
      </a:accent3>
      <a:accent4>
        <a:srgbClr val="E54196"/>
      </a:accent4>
      <a:accent5>
        <a:srgbClr val="BE4449"/>
      </a:accent5>
      <a:accent6>
        <a:srgbClr val="F55822"/>
      </a:accent6>
      <a:hlink>
        <a:srgbClr val="C22DD8"/>
      </a:hlink>
      <a:folHlink>
        <a:srgbClr val="737F82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InterweaveVTI</vt:lpstr>
      <vt:lpstr>Мобильное приложение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</cp:revision>
  <dcterms:created xsi:type="dcterms:W3CDTF">2012-07-30T23:42:41Z</dcterms:created>
  <dcterms:modified xsi:type="dcterms:W3CDTF">2025-12-01T11:13:37Z</dcterms:modified>
</cp:coreProperties>
</file>